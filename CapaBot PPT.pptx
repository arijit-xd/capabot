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jit Karmakar" userId="d957c11f306ac2dd" providerId="LiveId" clId="{B9074ABB-6493-4C63-8B41-4D704D048468}"/>
    <pc:docChg chg="undo custSel modSld">
      <pc:chgData name="Arijit Karmakar" userId="d957c11f306ac2dd" providerId="LiveId" clId="{B9074ABB-6493-4C63-8B41-4D704D048468}" dt="2025-12-02T14:47:55.414" v="30" actId="1076"/>
      <pc:docMkLst>
        <pc:docMk/>
      </pc:docMkLst>
      <pc:sldChg chg="addSp delSp modSp mod">
        <pc:chgData name="Arijit Karmakar" userId="d957c11f306ac2dd" providerId="LiveId" clId="{B9074ABB-6493-4C63-8B41-4D704D048468}" dt="2025-12-02T14:47:55.414" v="30" actId="1076"/>
        <pc:sldMkLst>
          <pc:docMk/>
          <pc:sldMk cId="3189257054" sldId="262"/>
        </pc:sldMkLst>
        <pc:picChg chg="mod">
          <ac:chgData name="Arijit Karmakar" userId="d957c11f306ac2dd" providerId="LiveId" clId="{B9074ABB-6493-4C63-8B41-4D704D048468}" dt="2025-12-02T14:39:57.223" v="10" actId="1076"/>
          <ac:picMkLst>
            <pc:docMk/>
            <pc:sldMk cId="3189257054" sldId="262"/>
            <ac:picMk id="3" creationId="{E9D74A11-C866-F784-99FE-93916F0426EB}"/>
          </ac:picMkLst>
        </pc:picChg>
        <pc:picChg chg="add del mod">
          <ac:chgData name="Arijit Karmakar" userId="d957c11f306ac2dd" providerId="LiveId" clId="{B9074ABB-6493-4C63-8B41-4D704D048468}" dt="2025-12-02T14:40:26.376" v="21" actId="478"/>
          <ac:picMkLst>
            <pc:docMk/>
            <pc:sldMk cId="3189257054" sldId="262"/>
            <ac:picMk id="5" creationId="{AF5AAF39-FBC8-942F-E18E-3E786EF0BF0C}"/>
          </ac:picMkLst>
        </pc:picChg>
        <pc:picChg chg="add mod">
          <ac:chgData name="Arijit Karmakar" userId="d957c11f306ac2dd" providerId="LiveId" clId="{B9074ABB-6493-4C63-8B41-4D704D048468}" dt="2025-12-02T14:40:39.179" v="27" actId="14100"/>
          <ac:picMkLst>
            <pc:docMk/>
            <pc:sldMk cId="3189257054" sldId="262"/>
            <ac:picMk id="6" creationId="{07830519-D1D0-DC99-258D-5FC8933221A1}"/>
          </ac:picMkLst>
        </pc:picChg>
        <pc:picChg chg="add mod">
          <ac:chgData name="Arijit Karmakar" userId="d957c11f306ac2dd" providerId="LiveId" clId="{B9074ABB-6493-4C63-8B41-4D704D048468}" dt="2025-12-02T14:47:55.414" v="30" actId="1076"/>
          <ac:picMkLst>
            <pc:docMk/>
            <pc:sldMk cId="3189257054" sldId="262"/>
            <ac:picMk id="7" creationId="{641848BE-756F-22E5-CB11-4F0E763A17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CFEB-4466-30CC-EA53-46F84C341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66F4B-E449-F0DB-2887-8999114D4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EA1C1-080C-5D88-8A1A-9E3B3B8FB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AED10-A5CD-1827-675C-D5BF3C4F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9BBBD-C8A6-C940-AE5B-A52ED424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3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D0C8-BD10-496B-CE67-1A7EC951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2ECC-BB12-E9AC-2395-318890B34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BE3C9-B1EA-3255-1C11-C4C12944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03F3-7540-2E04-A57F-7322B560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49887-BBD9-E2DA-78D9-42AD1E84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50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5C3B-9DB2-3416-75D8-9A477116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CABA4-54ED-9C01-9B49-0A1E91C8E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647D-67BA-81A2-09DF-FEFA72D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537D1-2E34-93B4-C99A-C09E300D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6444-85B9-34CE-D961-1748C5B0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5261-1340-B4E4-FBCD-4DF91582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085C-640A-7A50-E192-AFAE0CCD2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B333C-134E-71A9-D176-CC95375D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EF172-51BD-CBAE-56D7-23DF4198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D5DE3-0A64-1B2E-8567-4633893A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5C0B-DF06-10FB-8D41-61512937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60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A8CD-82AE-B719-4230-DACF03C3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E4F07-2EA2-DA5B-CB3D-61EAF9898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479CF-85C1-F03C-84D0-3115F485B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69D42-C920-770D-FE25-51D43FD3A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1C1CA-7FC8-CE74-879C-0C72455C6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E38A4-E6EB-2534-A52A-7C5349A8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4586A-F2C7-730C-F3A3-BAD9D440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8E9CF-10A7-C784-6BD9-FDC16AFA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10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97D6-9703-EBFF-AF61-A22E4FDA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21A48-BF80-3002-B940-CF5E15FC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1EF84-5CB0-753D-D51E-21E3782D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CE2FA-8DC4-80C8-A92E-713EB5E1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80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AA899-D21B-DC50-22EB-1E1D8D01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48DD9-C62F-09DB-E763-2F2C2A71E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6F302-7D94-949B-177B-DAAC9C32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3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4F11-2EA3-D140-4007-0DA036FA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FE8C5-E234-D4EF-FFC0-052A27DF5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62FF0-C6CE-4546-D6BE-E295FE5DC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B9080-7C6D-A0A0-9A56-0001B336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ACF00-F069-AD73-A694-2B774795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06861-98E3-51EF-0FF8-A4D56F7E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64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13A0-66FB-151C-1A5D-8A66707D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ED24A-6C58-509D-A047-336DF2827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3664-FCBC-C3A8-4141-645CB4C23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79D1B-2E88-6DD3-520D-3EDE166E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E9EDC-69E5-70CE-45CA-87C3B3DB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1A8B1-41E8-ACB3-6A65-650227F0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11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DD1A-A208-0523-4586-937AD993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C1964-74C1-B066-E271-56E68EB98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26D29-9B3F-7C3D-9212-7BD7A2EC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F3F4-2471-0B59-0F75-5E4924F8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CD063-B7B1-715C-2A06-B436262F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4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5C962-A804-EBF2-BDC1-8346FCB98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FA3F8-FB8B-8706-F50C-ADD3E6DD6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AAAF8-2867-36DC-028F-8FDB3A8B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83350-51B7-C779-417E-B613485B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4CE6-47AC-03FA-723D-67D171B4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313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BEA82-D0C3-D251-E1BD-060565DD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2A1A3-9F3F-6814-BD52-046957C17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90591-9FF2-770F-4F63-E854FB653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9F96B-E055-4013-AE69-CEC5663542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768A-81AF-5B4D-7DAB-42E3384BF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AA8F8-BDFF-7633-50FB-F1FB497A8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401C8-EAB5-485F-B75B-3B6C5528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319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1">
            <a:extLst>
              <a:ext uri="{FF2B5EF4-FFF2-40B4-BE49-F238E27FC236}">
                <a16:creationId xmlns:a16="http://schemas.microsoft.com/office/drawing/2014/main" id="{7B7F4010-FA77-7366-3079-84DEF82DF2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99CB90-289B-0980-A446-483B5AD4A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2">
            <a:extLst>
              <a:ext uri="{FF2B5EF4-FFF2-40B4-BE49-F238E27FC236}">
                <a16:creationId xmlns:a16="http://schemas.microsoft.com/office/drawing/2014/main" id="{90103B96-7EDF-B8CA-1D4F-94F4FD63C6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EDA6FF-0C38-AB91-71FC-FC62AD837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0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3">
            <a:extLst>
              <a:ext uri="{FF2B5EF4-FFF2-40B4-BE49-F238E27FC236}">
                <a16:creationId xmlns:a16="http://schemas.microsoft.com/office/drawing/2014/main" id="{1132F0FA-DA87-8A00-D873-F762F0D715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1AF84-29D5-C6FF-51E2-56C338CF0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54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4">
            <a:extLst>
              <a:ext uri="{FF2B5EF4-FFF2-40B4-BE49-F238E27FC236}">
                <a16:creationId xmlns:a16="http://schemas.microsoft.com/office/drawing/2014/main" id="{656BD6F5-E96B-63FE-6625-1BA288FFCD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91408E-09B5-A62A-EA07-742B34799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5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5">
            <a:extLst>
              <a:ext uri="{FF2B5EF4-FFF2-40B4-BE49-F238E27FC236}">
                <a16:creationId xmlns:a16="http://schemas.microsoft.com/office/drawing/2014/main" id="{05E20475-197B-59C9-3F16-837811A3BC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60ED40-886B-1C6D-8522-4F5D294DB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5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6">
            <a:extLst>
              <a:ext uri="{FF2B5EF4-FFF2-40B4-BE49-F238E27FC236}">
                <a16:creationId xmlns:a16="http://schemas.microsoft.com/office/drawing/2014/main" id="{E9D74A11-C866-F784-99FE-93916F0426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DCFA3D-051C-4BD6-1E6C-45C4176EE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830519-D1D0-DC99-258D-5FC893322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" y="1375077"/>
            <a:ext cx="11641394" cy="4972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1848BE-756F-22E5-CB11-4F0E763A1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578" y="1233817"/>
            <a:ext cx="8546844" cy="527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5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7">
            <a:extLst>
              <a:ext uri="{FF2B5EF4-FFF2-40B4-BE49-F238E27FC236}">
                <a16:creationId xmlns:a16="http://schemas.microsoft.com/office/drawing/2014/main" id="{F540711D-FCC2-EA36-E77B-DD2C0E8BE43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A8A8FD-63CA-6C0E-0D89-89473BF27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4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8">
            <a:extLst>
              <a:ext uri="{FF2B5EF4-FFF2-40B4-BE49-F238E27FC236}">
                <a16:creationId xmlns:a16="http://schemas.microsoft.com/office/drawing/2014/main" id="{F511423A-BF5B-3D99-1C2F-20234B7567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FD826D-8B73-95A0-20ED-3210C2961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1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09">
            <a:extLst>
              <a:ext uri="{FF2B5EF4-FFF2-40B4-BE49-F238E27FC236}">
                <a16:creationId xmlns:a16="http://schemas.microsoft.com/office/drawing/2014/main" id="{1CB01787-53A5-60A6-D77B-0394207CBC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B34AE3-1D3A-1E8E-FDC4-4781B886D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42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10">
            <a:extLst>
              <a:ext uri="{FF2B5EF4-FFF2-40B4-BE49-F238E27FC236}">
                <a16:creationId xmlns:a16="http://schemas.microsoft.com/office/drawing/2014/main" id="{A97C1534-7F30-4415-0869-7A9172C93F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53EB33-C385-CF10-1CA7-4306F42A6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8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11">
            <a:extLst>
              <a:ext uri="{FF2B5EF4-FFF2-40B4-BE49-F238E27FC236}">
                <a16:creationId xmlns:a16="http://schemas.microsoft.com/office/drawing/2014/main" id="{43285EFD-E452-893A-2663-6618CD8F97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25FC9F-4CA2-4A82-DB51-92E1DF873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aBot_AI_Career_Clarity_Page_12">
            <a:extLst>
              <a:ext uri="{FF2B5EF4-FFF2-40B4-BE49-F238E27FC236}">
                <a16:creationId xmlns:a16="http://schemas.microsoft.com/office/drawing/2014/main" id="{BA8D7448-B48A-743F-24D5-CFEB402E2F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5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24109-853D-F163-3434-B1AB102A6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866" y="6510945"/>
            <a:ext cx="108213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0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Arijit Karmakar</dc:creator>
  <cp:lastModifiedBy>Arijit Karmakar</cp:lastModifiedBy>
  <cp:revision>1</cp:revision>
  <dcterms:created xsi:type="dcterms:W3CDTF">2025-12-02T11:13:57Z</dcterms:created>
  <dcterms:modified xsi:type="dcterms:W3CDTF">2025-12-02T15:01:28Z</dcterms:modified>
</cp:coreProperties>
</file>